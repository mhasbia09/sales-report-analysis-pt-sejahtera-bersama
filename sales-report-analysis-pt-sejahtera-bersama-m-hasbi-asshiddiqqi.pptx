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0952" cy="13714352"/>
            <a:chOff x="0" y="0"/>
            <a:chExt cx="32507936" cy="18285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07935" cy="18285840"/>
            </a:xfrm>
            <a:custGeom>
              <a:avLst/>
              <a:gdLst/>
              <a:ahLst/>
              <a:cxnLst/>
              <a:rect r="r" b="b" t="t" l="l"/>
              <a:pathLst>
                <a:path h="18285840" w="32507935">
                  <a:moveTo>
                    <a:pt x="0" y="0"/>
                  </a:moveTo>
                  <a:lnTo>
                    <a:pt x="32507935" y="0"/>
                  </a:lnTo>
                  <a:lnTo>
                    <a:pt x="32507935" y="18285840"/>
                  </a:lnTo>
                  <a:lnTo>
                    <a:pt x="0" y="1828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0952" cy="13714352"/>
            <a:chOff x="0" y="0"/>
            <a:chExt cx="32507936" cy="18285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07935" cy="18285840"/>
            </a:xfrm>
            <a:custGeom>
              <a:avLst/>
              <a:gdLst/>
              <a:ahLst/>
              <a:cxnLst/>
              <a:rect r="r" b="b" t="t" l="l"/>
              <a:pathLst>
                <a:path h="18285840" w="32507935">
                  <a:moveTo>
                    <a:pt x="0" y="0"/>
                  </a:moveTo>
                  <a:lnTo>
                    <a:pt x="32507935" y="0"/>
                  </a:lnTo>
                  <a:lnTo>
                    <a:pt x="32507935" y="18285840"/>
                  </a:lnTo>
                  <a:lnTo>
                    <a:pt x="0" y="1828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0952" cy="13714352"/>
            <a:chOff x="0" y="0"/>
            <a:chExt cx="32507936" cy="18285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07935" cy="18285840"/>
            </a:xfrm>
            <a:custGeom>
              <a:avLst/>
              <a:gdLst/>
              <a:ahLst/>
              <a:cxnLst/>
              <a:rect r="r" b="b" t="t" l="l"/>
              <a:pathLst>
                <a:path h="18285840" w="32507935">
                  <a:moveTo>
                    <a:pt x="0" y="0"/>
                  </a:moveTo>
                  <a:lnTo>
                    <a:pt x="32507935" y="0"/>
                  </a:lnTo>
                  <a:lnTo>
                    <a:pt x="32507935" y="18285840"/>
                  </a:lnTo>
                  <a:lnTo>
                    <a:pt x="0" y="1828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0952" cy="13714352"/>
            <a:chOff x="0" y="0"/>
            <a:chExt cx="32507936" cy="18285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07935" cy="18285840"/>
            </a:xfrm>
            <a:custGeom>
              <a:avLst/>
              <a:gdLst/>
              <a:ahLst/>
              <a:cxnLst/>
              <a:rect r="r" b="b" t="t" l="l"/>
              <a:pathLst>
                <a:path h="18285840" w="32507935">
                  <a:moveTo>
                    <a:pt x="0" y="0"/>
                  </a:moveTo>
                  <a:lnTo>
                    <a:pt x="32507935" y="0"/>
                  </a:lnTo>
                  <a:lnTo>
                    <a:pt x="32507935" y="18285840"/>
                  </a:lnTo>
                  <a:lnTo>
                    <a:pt x="0" y="1828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0952" cy="13714352"/>
            <a:chOff x="0" y="0"/>
            <a:chExt cx="32507936" cy="18285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07935" cy="18285840"/>
            </a:xfrm>
            <a:custGeom>
              <a:avLst/>
              <a:gdLst/>
              <a:ahLst/>
              <a:cxnLst/>
              <a:rect r="r" b="b" t="t" l="l"/>
              <a:pathLst>
                <a:path h="18285840" w="32507935">
                  <a:moveTo>
                    <a:pt x="0" y="0"/>
                  </a:moveTo>
                  <a:lnTo>
                    <a:pt x="32507935" y="0"/>
                  </a:lnTo>
                  <a:lnTo>
                    <a:pt x="32507935" y="18285840"/>
                  </a:lnTo>
                  <a:lnTo>
                    <a:pt x="0" y="1828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0952" cy="13714352"/>
            <a:chOff x="0" y="0"/>
            <a:chExt cx="32507936" cy="18285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07935" cy="18285840"/>
            </a:xfrm>
            <a:custGeom>
              <a:avLst/>
              <a:gdLst/>
              <a:ahLst/>
              <a:cxnLst/>
              <a:rect r="r" b="b" t="t" l="l"/>
              <a:pathLst>
                <a:path h="18285840" w="32507935">
                  <a:moveTo>
                    <a:pt x="0" y="0"/>
                  </a:moveTo>
                  <a:lnTo>
                    <a:pt x="32507935" y="0"/>
                  </a:lnTo>
                  <a:lnTo>
                    <a:pt x="32507935" y="18285840"/>
                  </a:lnTo>
                  <a:lnTo>
                    <a:pt x="0" y="1828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0952" cy="13714352"/>
            <a:chOff x="0" y="0"/>
            <a:chExt cx="32507936" cy="18285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07935" cy="18285840"/>
            </a:xfrm>
            <a:custGeom>
              <a:avLst/>
              <a:gdLst/>
              <a:ahLst/>
              <a:cxnLst/>
              <a:rect r="r" b="b" t="t" l="l"/>
              <a:pathLst>
                <a:path h="18285840" w="32507935">
                  <a:moveTo>
                    <a:pt x="0" y="0"/>
                  </a:moveTo>
                  <a:lnTo>
                    <a:pt x="32507935" y="0"/>
                  </a:lnTo>
                  <a:lnTo>
                    <a:pt x="32507935" y="18285840"/>
                  </a:lnTo>
                  <a:lnTo>
                    <a:pt x="0" y="1828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0952" cy="13714352"/>
            <a:chOff x="0" y="0"/>
            <a:chExt cx="32507936" cy="18285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07935" cy="18285840"/>
            </a:xfrm>
            <a:custGeom>
              <a:avLst/>
              <a:gdLst/>
              <a:ahLst/>
              <a:cxnLst/>
              <a:rect r="r" b="b" t="t" l="l"/>
              <a:pathLst>
                <a:path h="18285840" w="32507935">
                  <a:moveTo>
                    <a:pt x="0" y="0"/>
                  </a:moveTo>
                  <a:lnTo>
                    <a:pt x="32507935" y="0"/>
                  </a:lnTo>
                  <a:lnTo>
                    <a:pt x="32507935" y="18285840"/>
                  </a:lnTo>
                  <a:lnTo>
                    <a:pt x="0" y="1828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0952" cy="13714352"/>
            <a:chOff x="0" y="0"/>
            <a:chExt cx="32507936" cy="18285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07935" cy="18285840"/>
            </a:xfrm>
            <a:custGeom>
              <a:avLst/>
              <a:gdLst/>
              <a:ahLst/>
              <a:cxnLst/>
              <a:rect r="r" b="b" t="t" l="l"/>
              <a:pathLst>
                <a:path h="18285840" w="32507935">
                  <a:moveTo>
                    <a:pt x="0" y="0"/>
                  </a:moveTo>
                  <a:lnTo>
                    <a:pt x="32507935" y="0"/>
                  </a:lnTo>
                  <a:lnTo>
                    <a:pt x="32507935" y="18285840"/>
                  </a:lnTo>
                  <a:lnTo>
                    <a:pt x="0" y="1828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0952" cy="13714352"/>
            <a:chOff x="0" y="0"/>
            <a:chExt cx="32507936" cy="18285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07935" cy="18285840"/>
            </a:xfrm>
            <a:custGeom>
              <a:avLst/>
              <a:gdLst/>
              <a:ahLst/>
              <a:cxnLst/>
              <a:rect r="r" b="b" t="t" l="l"/>
              <a:pathLst>
                <a:path h="18285840" w="32507935">
                  <a:moveTo>
                    <a:pt x="0" y="0"/>
                  </a:moveTo>
                  <a:lnTo>
                    <a:pt x="32507935" y="0"/>
                  </a:lnTo>
                  <a:lnTo>
                    <a:pt x="32507935" y="18285840"/>
                  </a:lnTo>
                  <a:lnTo>
                    <a:pt x="0" y="1828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0952" cy="13714352"/>
            <a:chOff x="0" y="0"/>
            <a:chExt cx="32507936" cy="18285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07935" cy="18285840"/>
            </a:xfrm>
            <a:custGeom>
              <a:avLst/>
              <a:gdLst/>
              <a:ahLst/>
              <a:cxnLst/>
              <a:rect r="r" b="b" t="t" l="l"/>
              <a:pathLst>
                <a:path h="18285840" w="32507935">
                  <a:moveTo>
                    <a:pt x="0" y="0"/>
                  </a:moveTo>
                  <a:lnTo>
                    <a:pt x="32507935" y="0"/>
                  </a:lnTo>
                  <a:lnTo>
                    <a:pt x="32507935" y="18285840"/>
                  </a:lnTo>
                  <a:lnTo>
                    <a:pt x="0" y="1828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0952" cy="13714352"/>
            <a:chOff x="0" y="0"/>
            <a:chExt cx="32507936" cy="18285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07935" cy="18285840"/>
            </a:xfrm>
            <a:custGeom>
              <a:avLst/>
              <a:gdLst/>
              <a:ahLst/>
              <a:cxnLst/>
              <a:rect r="r" b="b" t="t" l="l"/>
              <a:pathLst>
                <a:path h="18285840" w="32507935">
                  <a:moveTo>
                    <a:pt x="0" y="0"/>
                  </a:moveTo>
                  <a:lnTo>
                    <a:pt x="32507935" y="0"/>
                  </a:lnTo>
                  <a:lnTo>
                    <a:pt x="32507935" y="18285840"/>
                  </a:lnTo>
                  <a:lnTo>
                    <a:pt x="0" y="1828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0952" cy="13714352"/>
            <a:chOff x="0" y="0"/>
            <a:chExt cx="32507936" cy="18285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07935" cy="18285840"/>
            </a:xfrm>
            <a:custGeom>
              <a:avLst/>
              <a:gdLst/>
              <a:ahLst/>
              <a:cxnLst/>
              <a:rect r="r" b="b" t="t" l="l"/>
              <a:pathLst>
                <a:path h="18285840" w="32507935">
                  <a:moveTo>
                    <a:pt x="0" y="0"/>
                  </a:moveTo>
                  <a:lnTo>
                    <a:pt x="32507935" y="0"/>
                  </a:lnTo>
                  <a:lnTo>
                    <a:pt x="32507935" y="18285840"/>
                  </a:lnTo>
                  <a:lnTo>
                    <a:pt x="0" y="1828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DAHCsg62n9I</dc:identifier>
  <dcterms:modified xsi:type="dcterms:W3CDTF">2011-08-01T06:04:30Z</dcterms:modified>
  <cp:revision>1</cp:revision>
  <dc:title>sales-report-analysis-pt-sejahtera-bersama-m-hasbi-asshiddiqqi.pdf</dc:title>
</cp:coreProperties>
</file>